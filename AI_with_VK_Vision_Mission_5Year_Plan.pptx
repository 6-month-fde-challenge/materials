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Title. Three parts: vision (where), mission (what I do consistently), roadmap (when, with numbers).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A · The vision. Five-year destination: a customer-facing problem solver — stack-agnostic, domain-agnostic, accountable for the client's outcome, working with a small team rather than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A · The professional and the skills. How I want to work, plus the five customer-facing skills to master: client communication, business process mapping, pain-point discovery, structured problem solving, technical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A · The problems. Healthcare documents and legal documents. Four reasons the choice is deliberate: the pain is countable, mistakes are expensive, the data cannot leave, the method repeats across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A · The business. Not a freelancer — a consultant, then a small team, then a practice. Freelancer sells hours, consultant sells a diagnosis and owns the result, a practice sells a method that works without its founder. Room for three or four people, each on a real engagement. Progression: today → year 2 → year 3 → year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B · The mission. Eight habits with a cadence: build 70 / learn 30, learn around the problem, practise communication, network with intent, build the brand in public, teach weekly, write the approach before code, one hard technical topic a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C · The five-year roadmap. Y1 prove I can deliver. Y2 get paid to solve it. Y3 build the team. Y4 run a practice. Y5 own the niche. Four countable targets per year; revenue deliberately excluded as a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C · The immediate plan. 30 days, 90 days, 6 months, 1 year — sixteen binary items, all inside my own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· What success means. A career moved forward or a day made easier. Scoreboards: people helped, hours given back, work that outlives me, money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4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 with VK — youtube.com/@AIWithVK12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 dream to a structured execution plan — 5-year vision, mission and roadmap</dc:title>
  <dc:subject>PptxGenJS Presentation</dc:subject>
  <dc:creator>AI with VK</dc:creator>
  <cp:lastModifiedBy>AI with VK</cp:lastModifiedBy>
  <cp:revision>1</cp:revision>
  <dcterms:created xsi:type="dcterms:W3CDTF">2026-09-10T14:47:05Z</dcterms:created>
  <dcterms:modified xsi:type="dcterms:W3CDTF">2026-09-10T14:47:05Z</dcterms:modified>
</cp:coreProperties>
</file>