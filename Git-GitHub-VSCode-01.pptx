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9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 on the finished GitHub repo — branches, a merged pull request, a commit history — then cut back to an empty folder. Everything happens in one project: expense-tracker.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out loud: we never switch projects. Every new command lands on expense-tracker so viewers can follow along in one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playlist index. Put these six titles in the video description as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screen before touching a single command. Viewers who understand these four boxes stop memorising commands and start reasoning about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camera: run git config --list first so viewers see the before state, then set name and email and run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app.py live so viewers watch U appear. Then add a line and show M. Letters first, commands second — the UI teaches the concept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commit messages: imperative mood, one logical change. Show a bad one ("changes") and a good one ("feat: add expense entry") back to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four small commits before this slide so the log is not empty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trap for real: commit config.py first, then add it to .gitignore and show it still tracked. That surprise is the memorable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all four on camera in sequence. End with git revert so the last thing they see is the safe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small teams often use only main + feature branches; the four-environment model shows up in enterprise work like Virtusa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branches on camera with a file open so viewers watch the editor content change — that is the moment branching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GitHub repo on screen with no README and no licence, so the seven lines match exactly what GitHub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throwaway account or blur the token field while recording. Never show a real PAT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the PR to yourself and approve it so viewers see the full review UI. Mention that on real teams you cannot approve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git log --oneline --graph --all after each so the difference in shape is visible, not just described.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"Current" is the branch you are standing on, "Incoming" is the one you are pulling in. Say that twice — it is the number one point of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 before typing anything. The hotfix scenario is what makes stash memorable; the commands are trivial once the story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delete the local folder on camera and clone it back from GitHub. Proves the remote really holds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this single slide as a PNG and drop it in the description and community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beats, roughly 6-8 minutes each if split into six videos. Reset the folder between takes with a shell script so every run is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comment naming the Git command that used to scare them. Point at the rest of the AI-Native Dev Setup playlist as the next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291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02  ·  AI-NATIVE DEV SETUP  ·  6-MONTH FDE CHALLENGE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0607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· CREATE · AUTOMATE · GROW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700784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235915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SCRATCH,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3017520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8770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Python repo, taken from an empty folder to a merged pull request.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26110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Smarter Tomorrow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530352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COMMIT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530352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&amp; MERGE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93408" y="530352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&amp; REVIEW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491472" y="530352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STASH &amp; RECOVER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" y="60533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02 — AI-Native Dev Setup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youtube.com/playlist?list=PLJm7qkO8_m7o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6053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youtube.com/@AIWithVK12</a:t>
            </a:r>
            <a:endParaRPr lang="en-US" sz="11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C5D8510-34B3-B098-32D8-E3CE3CF31860}"/>
              </a:ext>
            </a:extLst>
          </p:cNvPr>
          <p:cNvSpPr txBox="1"/>
          <p:nvPr/>
        </p:nvSpPr>
        <p:spPr>
          <a:xfrm>
            <a:off x="9523322" y="2318658"/>
            <a:ext cx="787006" cy="111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repo: expense-tracker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in this video runs against the same small Python repo.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02920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482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3911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layout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2441448"/>
            <a:ext cx="4480560" cy="2331720"/>
          </a:xfrm>
          <a:prstGeom prst="roundRect">
            <a:avLst>
              <a:gd name="adj" fmla="val 1961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2416" y="2569464"/>
            <a:ext cx="40782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6-month-fde-challenge/expense-tracker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app.py            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summary.py        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export.py         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config.py         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        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holds a fake API key on purpose — that is what makes the .gitignore lesson land.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61888" y="1828800"/>
            <a:ext cx="5662879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04825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47104" y="203911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we do to it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54496" y="262432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54496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56832" y="25968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stage → commit → log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54496" y="322783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254496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656832" y="3200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keeps the API key out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54496" y="3831336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54496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38039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feature/add-summary off dev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54496" y="4434840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54496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6656832" y="44074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pull request → review → merge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254496" y="5038344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54496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50109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branches, one line → conflict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54496" y="564184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254496" y="5641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6656832" y="56144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it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the WIP, hotfix main, pop it back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COVERS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modules, start to finish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a module needs anything from a later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21992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276" y="2380732"/>
            <a:ext cx="249448" cy="2494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94634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2D3E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898648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first commit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392424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git config · git init · status letters · add · commit · log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4794" y="1947672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7402" y="2221992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142" y="2380732"/>
            <a:ext cx="249448" cy="2494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02501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3B34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667402" y="2898648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&amp; undo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67402" y="3392424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· git rm --cached · restore --staged · discard · revert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82661" y="1947672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75269" y="2221992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009" y="2380732"/>
            <a:ext cx="249448" cy="2494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10367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FB95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475269" y="2898648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75269" y="3392424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branches · env vs feature · branch · checkout -b · VS Code picker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66928" y="4343400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9536" y="4617720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276" y="4776460"/>
            <a:ext cx="249448" cy="2494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094634" y="4599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B82F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1"/>
          <p:cNvSpPr txBox="1"/>
          <p:nvPr/>
        </p:nvSpPr>
        <p:spPr>
          <a:xfrm>
            <a:off x="859536" y="5294376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remote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59536" y="5788152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remote add origin · push -u · auth · pull request · review · merge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74794" y="4343400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67402" y="4617720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142" y="4776460"/>
            <a:ext cx="249448" cy="24944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02501" y="4599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0503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26"/>
          <p:cNvSpPr txBox="1"/>
          <p:nvPr/>
        </p:nvSpPr>
        <p:spPr>
          <a:xfrm>
            <a:off x="4667402" y="5294376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Merge, rebase &amp; conflicts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4667402" y="5788152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rebase · deliberate conflict · accept current / incoming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182661" y="4343400"/>
            <a:ext cx="3442106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75269" y="4617720"/>
            <a:ext cx="566928" cy="566928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4009" y="4776460"/>
            <a:ext cx="249448" cy="2494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710367" y="4599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85149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9" name="Text 31"/>
          <p:cNvSpPr txBox="1"/>
          <p:nvPr/>
        </p:nvSpPr>
        <p:spPr>
          <a:xfrm>
            <a:off x="8475269" y="5294376"/>
            <a:ext cx="2856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Stash, cherry-pick &amp; clone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475269" y="5788152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· list · pop · apply · cherry-pick · clone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42" name="Text 34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FOUNDATION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places your code lives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command is just moving a file from one of these boxes to the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194560" cy="1874520"/>
          </a:xfrm>
          <a:prstGeom prst="roundRect">
            <a:avLst>
              <a:gd name="adj" fmla="val 292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editor.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just typed.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44368" y="2999232"/>
            <a:ext cx="393192" cy="201168"/>
          </a:xfrm>
          <a:prstGeom prst="right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103120"/>
            <a:ext cx="2194560" cy="1874520"/>
          </a:xfrm>
          <a:prstGeom prst="roundRect">
            <a:avLst>
              <a:gd name="adj" fmla="val 292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(Index)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 for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commit.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2999232"/>
            <a:ext cx="393192" cy="201168"/>
          </a:xfrm>
          <a:prstGeom prst="right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103120"/>
            <a:ext cx="2194560" cy="1874520"/>
          </a:xfrm>
          <a:prstGeom prst="roundRect">
            <a:avLst>
              <a:gd name="adj" fmla="val 292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56832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history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51392" y="2999232"/>
            <a:ext cx="393192" cy="201168"/>
          </a:xfrm>
          <a:prstGeom prst="right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27464" y="2103120"/>
            <a:ext cx="2194560" cy="1874520"/>
          </a:xfrm>
          <a:prstGeom prst="roundRect">
            <a:avLst>
              <a:gd name="adj" fmla="val 292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10344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(GitHub)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10344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copy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sees.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265176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65176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668512" y="265176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4233672"/>
            <a:ext cx="11057839" cy="2011680"/>
          </a:xfrm>
          <a:prstGeom prst="roundRect">
            <a:avLst>
              <a:gd name="adj" fmla="val 272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43984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88720" y="44348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see each box inside VS Code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77824" y="5184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 Working Directory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3639312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Changes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639312" y="5184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 Staging Area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button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5184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 Local Repository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9162288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/ ↑ push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162288" y="5184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 Remote on GitHub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77824" y="5660136"/>
            <a:ext cx="10436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is just the same arrows reversed:  git restore --staged  pulls a file back left.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STEP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once, configure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does not know who you are until you tell it — every commit carries this name and email.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57784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1031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93976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— run this before your first commit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96312"/>
            <a:ext cx="4992624" cy="1536192"/>
          </a:xfrm>
          <a:prstGeom prst="roundRect">
            <a:avLst>
              <a:gd name="adj" fmla="val 2976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24328"/>
            <a:ext cx="4590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"Veeru K"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        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526280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sets it for every repo on this machine; drop it to override inside one repo.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 as your GitHub account so commits link to your profile.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and Git refuses the first commit with "Please tell me who you are".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10528" y="1874520"/>
            <a:ext cx="5114239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21031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14032" y="209397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checklist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21424" y="267004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21424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 icon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2916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icon in the Activity Bar, or Ctrl + Shift + 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821424" y="3566160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21424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3547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terminal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223760" y="3813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` — keep it open beside the UI all series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821424" y="446227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21424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223760" y="4443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GitLens (optional)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2237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blame and a richer history graph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821424" y="5358384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21424" y="5358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5340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Auto-fetch on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223760" y="5605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git.autofetch, so remote changes show up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STEP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 — and the letters VS Code shows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folder is tracked, every file gets a one-letter status in the Source Control panel.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4800600" cy="2880360"/>
          </a:xfrm>
          <a:prstGeom prst="roundRect">
            <a:avLst>
              <a:gd name="adj" fmla="val 190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7568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tracking this folder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478024"/>
            <a:ext cx="4069080" cy="21854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484632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02920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52144" y="502005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just happened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841248" y="538581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.git folder appears — that is the whole repository.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light up under "Changes" in the Source Control panel.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saved yet. Tracking ≠ committing.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733288" y="1874520"/>
            <a:ext cx="5891479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208483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36792" y="207568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letters — decode the gutter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044184" y="2560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044184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501384" y="2542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has never seen this file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044184" y="3090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044184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01384" y="30723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for the next commit (git add)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044184" y="36210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044184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501384" y="36027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 changed since last commit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044184" y="4151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04418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501384" y="41330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 removed from disk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044184" y="46817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044184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501384" y="46634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or renamed, content kept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044184" y="5212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044184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501384" y="5193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  </a:t>
            </a: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needs your decision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6044184" y="57332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changed file: Open Changes (side-by-side diff) · Discard Changes (throw the edit away).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STEP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and commit — the same act, two 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in the terminal, undo it, then repeat it with the mouse. remember the pairing.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terminal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78024"/>
            <a:ext cx="4737964" cy="2697480"/>
          </a:xfrm>
          <a:prstGeom prst="roundRect">
            <a:avLst>
              <a:gd name="adj" fmla="val 1695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06040"/>
            <a:ext cx="433562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one file, or everything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the snapshot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expense entry"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what you have built</a:t>
            </a:r>
            <a:endParaRPr lang="en-US" sz="115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5349240"/>
            <a:ext cx="4737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flips U → A the moment you add, and A → committed the moment you commit.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158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196" y="20848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509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VS Code UI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196" y="2441448"/>
            <a:ext cx="4736592" cy="32186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94196" y="5733288"/>
            <a:ext cx="4736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stages a file, − unstages it, and the box on top is your -m "..." text.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⋯ menu has Discard Changes — that one has no undo.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STEP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your own history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there are three or four commits, history becomes the most useful thing in the repo.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3383280"/>
          </a:xfrm>
          <a:prstGeom prst="roundRect">
            <a:avLst>
              <a:gd name="adj" fmla="val 162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worth muscle memory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78024"/>
            <a:ext cx="4737964" cy="2560320"/>
          </a:xfrm>
          <a:prstGeom prst="roundRect">
            <a:avLst>
              <a:gd name="adj" fmla="val 1786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06040"/>
            <a:ext cx="43356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d13bf26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d13bf26  added git ignore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^^^^^^^  the short SHA — your handle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on any single commit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1588" y="1874520"/>
            <a:ext cx="5323180" cy="3383280"/>
          </a:xfrm>
          <a:prstGeom prst="roundRect">
            <a:avLst>
              <a:gd name="adj" fmla="val 162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196" y="20848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509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history, three more places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94196" y="2551176"/>
            <a:ext cx="47379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Source Control → Graph: branches and merges drawn for you.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file → Open Timeline: every commit that touched just that file.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Commits tab, and the same list filtered per branch.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GitLens inline blame: who wrote this line, in which commit, and why.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544068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03101F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7824" y="5440680"/>
            <a:ext cx="104360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3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 you read here is the argument to almost everything that comes later — git revert, git cherry-pick, git stash apply, git checkout.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IGNORE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— the file that keeps you employed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pushed to GitHub are public the instant they land. The fix is one file, written on day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.gitignore in the repo root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2478024"/>
            <a:ext cx="4572000" cy="3200400"/>
          </a:xfrm>
          <a:prstGeom prst="roundRect">
            <a:avLst>
              <a:gd name="adj" fmla="val 1429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2416" y="2606040"/>
            <a:ext cx="41696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— never commit these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noise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editor settings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788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files turn grey in the Explorer and vanish from Changes.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53328" y="1874520"/>
            <a:ext cx="5571439" cy="2057400"/>
          </a:xfrm>
          <a:prstGeom prst="roundRect">
            <a:avLst>
              <a:gd name="adj" fmla="val 266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0665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56832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it only works going forward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345936" y="2404872"/>
            <a:ext cx="49862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is ignored for files Git already tracks. If you committed the secret once, untrack it first — and treat that key as burned.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45936" y="3108960"/>
            <a:ext cx="4986223" cy="502920"/>
          </a:xfrm>
          <a:prstGeom prst="roundRect">
            <a:avLst>
              <a:gd name="adj" fmla="val 9091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47104" y="3236976"/>
            <a:ext cx="458388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--cached config.py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53328" y="4114800"/>
            <a:ext cx="5571439" cy="2240280"/>
          </a:xfrm>
          <a:prstGeom prst="roundRect">
            <a:avLst>
              <a:gd name="adj" fmla="val 244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33425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56832" y="43251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thumb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345936" y="4727448"/>
            <a:ext cx="498622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.gitignore itself — the team needs it.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generated things: builds, caches, virtual envs.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ignore source code to "hide" work in progress — branch instead.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UNDO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undo toolkit — four situations, four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command by asking one question: how far has the change already travelled?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17572" cy="2926080"/>
          </a:xfrm>
          <a:prstGeom prst="roundRect">
            <a:avLst>
              <a:gd name="adj" fmla="val 217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93976"/>
            <a:ext cx="2078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staged the wrong file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79192"/>
            <a:ext cx="207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local, not committed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3044952"/>
            <a:ext cx="2078660" cy="548640"/>
          </a:xfrm>
          <a:prstGeom prst="roundRect">
            <a:avLst>
              <a:gd name="adj" fmla="val 8333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3172968"/>
            <a:ext cx="1676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config.py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721608"/>
            <a:ext cx="2078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click the − beside the staged file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3684" y="1892808"/>
            <a:ext cx="2517572" cy="2926080"/>
          </a:xfrm>
          <a:prstGeom prst="roundRect">
            <a:avLst>
              <a:gd name="adj" fmla="val 217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3140" y="2093976"/>
            <a:ext cx="2078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my edit gone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3140" y="2679192"/>
            <a:ext cx="207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local, not committed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3140" y="3044952"/>
            <a:ext cx="2078660" cy="548640"/>
          </a:xfrm>
          <a:prstGeom prst="roundRect">
            <a:avLst>
              <a:gd name="adj" fmla="val 8333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34308" y="3172968"/>
            <a:ext cx="1676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app.py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33140" y="3721608"/>
            <a:ext cx="2078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⋯ → Discard Changes (destructive)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0440" y="1892808"/>
            <a:ext cx="2517572" cy="2926080"/>
          </a:xfrm>
          <a:prstGeom prst="roundRect">
            <a:avLst>
              <a:gd name="adj" fmla="val 217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9896" y="2093976"/>
            <a:ext cx="2078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commit, not pushed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79896" y="2679192"/>
            <a:ext cx="207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history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9896" y="3044952"/>
            <a:ext cx="2078660" cy="548640"/>
          </a:xfrm>
          <a:prstGeom prst="roundRect">
            <a:avLst>
              <a:gd name="adj" fmla="val 8333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1064" y="3172968"/>
            <a:ext cx="1676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79896" y="3721608"/>
            <a:ext cx="2078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edits, drops the commit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07195" y="1892808"/>
            <a:ext cx="2517572" cy="2926080"/>
          </a:xfrm>
          <a:prstGeom prst="roundRect">
            <a:avLst>
              <a:gd name="adj" fmla="val 217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651" y="2093976"/>
            <a:ext cx="2078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commit, already pushed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26651" y="2679192"/>
            <a:ext cx="207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651" y="3044952"/>
            <a:ext cx="2078660" cy="868680"/>
          </a:xfrm>
          <a:prstGeom prst="roundRect">
            <a:avLst>
              <a:gd name="adj" fmla="val 5263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7819" y="3172968"/>
            <a:ext cx="16763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d13bf26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cs typeface="Courier New" pitchFamily="34" charset="-120"/>
              </a:rPr>
              <a:t>Give Esc , type :</a:t>
            </a:r>
            <a:r>
              <a:rPr lang="en-US" sz="1000" dirty="0" err="1">
                <a:solidFill>
                  <a:srgbClr val="22D3EE"/>
                </a:solidFill>
                <a:latin typeface="Courier New" pitchFamily="34" charset="0"/>
                <a:cs typeface="Courier New" pitchFamily="34" charset="-120"/>
              </a:rPr>
              <a:t>wq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326651" y="4050792"/>
            <a:ext cx="2078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opposite commit — safe for teams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03101F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983480"/>
            <a:ext cx="1039947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that decides it:  </a:t>
            </a:r>
            <a:r>
              <a:rPr lang="en-US" sz="13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else pulled this commit?  If no, reset is fine. If yes, use revert — rewriting shared history is what breaks your teammates.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BRANCHING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branches exist — and the two ways teams use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movable label on a commit. Creating one is instant and costs nothing.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branches — one per task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32688" y="2660904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07008" y="2587752"/>
            <a:ext cx="431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feature/add-summary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32688" y="3118104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07008" y="3044952"/>
            <a:ext cx="431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feature/add-export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32688" y="3575304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7008" y="3502152"/>
            <a:ext cx="431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bugfix/wrong-total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3977640"/>
            <a:ext cx="4737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branch off dev, get reviewed, and merge back into dev. Broken code on a branch harms nobody, and two people can work the same file at once.</a:t>
            </a:r>
            <a:endParaRPr lang="en-US" sz="12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54880"/>
            <a:ext cx="4736592" cy="1399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158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196" y="2084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0509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branches — one per stage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630772" y="2606040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30772" y="2606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/ prod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148676" y="2606040"/>
            <a:ext cx="3128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actually run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243420" y="2971800"/>
            <a:ext cx="146304" cy="274320"/>
          </a:xfrm>
          <a:prstGeom prst="up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30772" y="3291840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630772" y="3291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148676" y="3291840"/>
            <a:ext cx="3128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rehearsal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243420" y="3657600"/>
            <a:ext cx="146304" cy="274320"/>
          </a:xfrm>
          <a:prstGeom prst="up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30772" y="3977640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630772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8148676" y="3977640"/>
            <a:ext cx="3128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runs against this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243420" y="4343400"/>
            <a:ext cx="146304" cy="274320"/>
          </a:xfrm>
          <a:prstGeom prst="upArrow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30772" y="4663440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03101F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630772" y="4663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8148676" y="4663440"/>
            <a:ext cx="3128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merges here first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594196" y="5440680"/>
            <a:ext cx="4737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flows upward only: feature → dev → test → staging → main. Nobody commits directly to main.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HANDS 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switching branches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cover 95% of daily branch work — plus one click in the bottom-left corner.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94360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78024"/>
            <a:ext cx="5358384" cy="3520440"/>
          </a:xfrm>
          <a:prstGeom prst="roundRect">
            <a:avLst>
              <a:gd name="adj" fmla="val 1299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06040"/>
            <a:ext cx="4956048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list branches, * marks where you are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test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create test, but stay where you are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test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move onto test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feature/add-summary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create AND switch — the one you will use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feature/add-summary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test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76288" y="1874520"/>
            <a:ext cx="4748479" cy="2103120"/>
          </a:xfrm>
          <a:prstGeom prst="roundRect">
            <a:avLst>
              <a:gd name="adj" fmla="val 260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0665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1504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bottom-left corner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50608" y="2478024"/>
            <a:ext cx="4199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branch name in the status bar.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"Create new branch…" and type the name.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menu switches branches — the file tree updates instantly.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76288" y="4160520"/>
            <a:ext cx="4748479" cy="2194560"/>
          </a:xfrm>
          <a:prstGeom prst="roundRect">
            <a:avLst>
              <a:gd name="adj" fmla="val 2500"/>
            </a:avLst>
          </a:prstGeom>
          <a:solidFill>
            <a:srgbClr val="03101F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3982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61504" y="438912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switch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150608" y="4782312"/>
            <a:ext cx="4199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or stash your work first. Switching with uncommitted edits either drags them along or is refused outright — and that confusion is where beginners lose files.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GOING REMOTE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local folder to GitHub repository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hands you these seven lines when you create an empty repo. Here is what each one does.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630936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these once, in the repo folder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78024"/>
            <a:ext cx="5724144" cy="3520440"/>
          </a:xfrm>
          <a:prstGeom prst="roundRect">
            <a:avLst>
              <a:gd name="adj" fmla="val 1299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06040"/>
            <a:ext cx="5321808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"# expense-tracker" &gt;&gt; README.md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"first commit"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https://github.com/6-month-fde-challenge/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expense-tracker.git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      # check what is wired up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42048" y="1874520"/>
            <a:ext cx="4382719" cy="1005840"/>
          </a:xfrm>
          <a:prstGeom prst="roundRect">
            <a:avLst>
              <a:gd name="adj" fmla="val 545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198424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295144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Force-renames the current branch to main — GitHub's default name.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42048" y="2990088"/>
            <a:ext cx="4382719" cy="1005840"/>
          </a:xfrm>
          <a:prstGeom prst="roundRect">
            <a:avLst>
              <a:gd name="adj" fmla="val 545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309981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10712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nickname for the remote URL. Nothing magic about the word.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42048" y="4105656"/>
            <a:ext cx="4382719" cy="1005840"/>
          </a:xfrm>
          <a:prstGeom prst="roundRect">
            <a:avLst>
              <a:gd name="adj" fmla="val 545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421538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-u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4526280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upstream, so from now on plain "git push" is enough.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42048" y="5221224"/>
            <a:ext cx="4382719" cy="1005840"/>
          </a:xfrm>
          <a:prstGeom prst="roundRect">
            <a:avLst>
              <a:gd name="adj" fmla="val 545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0" y="533095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 have commits?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5641848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init/add/commit — run only the last three lines.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AUTHENTICATION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in, and fixing it when it breaks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beginner blocker: a stale credential that keeps rejecting your push.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2103120"/>
          </a:xfrm>
          <a:prstGeom prst="roundRect">
            <a:avLst>
              <a:gd name="adj" fmla="val 2609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665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easy path — GitHub CLI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41448"/>
            <a:ext cx="4737964" cy="1005840"/>
          </a:xfrm>
          <a:prstGeom prst="roundRect">
            <a:avLst>
              <a:gd name="adj" fmla="val 4545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569464"/>
            <a:ext cx="4335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login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status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410712"/>
            <a:ext cx="4737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opens, you approve once, Git stops asking.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4160520"/>
            <a:ext cx="5323180" cy="2194560"/>
          </a:xfrm>
          <a:prstGeom prst="roundRect">
            <a:avLst>
              <a:gd name="adj" fmla="val 2500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3982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70432" y="438912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vs SSH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" y="4782312"/>
            <a:ext cx="47379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Personal Access Token — easiest on Windows, works behind most firewalls.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— no prompts ever, best on a machine you own. Password is never your token.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158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196" y="20665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5092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rejected? Clear the stale login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612484" y="2624328"/>
            <a:ext cx="292608" cy="29260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612484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7014820" y="2606040"/>
            <a:ext cx="422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7014820" y="2862072"/>
            <a:ext cx="422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→ Credential Manager → Windows Credentials → delete the git:https://github.com entry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612484" y="3538728"/>
            <a:ext cx="292608" cy="29260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12484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014820" y="3520440"/>
            <a:ext cx="422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014820" y="3776472"/>
            <a:ext cx="422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Access → search "github" → delete the internet password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12484" y="4453128"/>
            <a:ext cx="292608" cy="29260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612484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7014820" y="4434840"/>
            <a:ext cx="422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OS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014820" y="4690872"/>
            <a:ext cx="422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 --global --unset credential.helper, then push again and re-enter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612484" y="5367528"/>
            <a:ext cx="292608" cy="29260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612484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7014820" y="5349240"/>
            <a:ext cx="422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7014820" y="5605272"/>
            <a:ext cx="422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once more — Git asks fresh and stores the new token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COLLABORATION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 branch, open a pull request, merge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loop you will repeat every working day of your career.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992112" cy="2880360"/>
          </a:xfrm>
          <a:prstGeom prst="roundRect">
            <a:avLst>
              <a:gd name="adj" fmla="val 275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7808" y="2167128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306" y="2315627"/>
            <a:ext cx="233355" cy="2333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2770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044952"/>
            <a:ext cx="169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branch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59359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feature/add-summary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95616" y="3227832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3360" y="1920240"/>
            <a:ext cx="1992112" cy="2880360"/>
          </a:xfrm>
          <a:prstGeom prst="roundRect">
            <a:avLst>
              <a:gd name="adj" fmla="val 275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4240" y="2167128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738" y="2315627"/>
            <a:ext cx="233355" cy="23335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33360" y="2770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979664" y="3044952"/>
            <a:ext cx="169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PR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61376" y="359359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shows a yellow banner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 branch lands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62048" y="3227832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99792" y="1920240"/>
            <a:ext cx="1992112" cy="2880360"/>
          </a:xfrm>
          <a:prstGeom prst="roundRect">
            <a:avLst>
              <a:gd name="adj" fmla="val 275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30672" y="2167128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9170" y="2315627"/>
            <a:ext cx="233355" cy="23335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099792" y="2770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246096" y="3044952"/>
            <a:ext cx="169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base ← compare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227808" y="359359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dev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feature/add-summary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128480" y="3227832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66224" y="1920240"/>
            <a:ext cx="1992112" cy="2880360"/>
          </a:xfrm>
          <a:prstGeom prst="roundRect">
            <a:avLst>
              <a:gd name="adj" fmla="val 275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97103" y="2167128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602" y="2315627"/>
            <a:ext cx="233355" cy="23335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66224" y="2770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512528" y="3044952"/>
            <a:ext cx="169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494240" y="359359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reviewer (assign yourself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learning) · Files changed tab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394911" y="3227832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32655" y="1920240"/>
            <a:ext cx="1992112" cy="2880360"/>
          </a:xfrm>
          <a:prstGeom prst="roundRect">
            <a:avLst>
              <a:gd name="adj" fmla="val 275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363535" y="2167128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034" y="2315627"/>
            <a:ext cx="233355" cy="23335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632655" y="2770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778959" y="3044952"/>
            <a:ext cx="169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merge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60671" y="359359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pull request → Confirm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branch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66928" y="4937760"/>
            <a:ext cx="11057839" cy="1325880"/>
          </a:xfrm>
          <a:prstGeom prst="roundRect">
            <a:avLst>
              <a:gd name="adj" fmla="val 4138"/>
            </a:avLst>
          </a:prstGeom>
          <a:solidFill>
            <a:srgbClr val="03101F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102352"/>
            <a:ext cx="5751576" cy="1097280"/>
          </a:xfrm>
          <a:prstGeom prst="rect">
            <a:avLst/>
          </a:prstGeom>
        </p:spPr>
      </p:pic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68" y="5230368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41464" y="5221224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merge, three tabs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6830568" y="55504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— every commit in order  ·  Insights → Network — the branch graph  ·  the branch dropdown, which swaps the files exactly like VS Code does.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INTEGRATING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vs rebase — same destination, different history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 with the same files. Rebase your own branch; merge anything other people have already pulled.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 — keeps the true story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" y="2478024"/>
            <a:ext cx="4737964" cy="1280160"/>
          </a:xfrm>
          <a:prstGeom prst="roundRect">
            <a:avLst>
              <a:gd name="adj" fmla="val 3571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2606040"/>
            <a:ext cx="43356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feature/add-summary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867912"/>
            <a:ext cx="4736592" cy="10515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59536" y="5074920"/>
            <a:ext cx="4737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commit joins both lines — the history keeps the branch in it.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rewritten, so it is safe on branches others have pulled.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GitHub does when you merge a pull request.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158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196" y="20848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5092" y="207568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rebase — replays for a straight line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594196" y="2478024"/>
            <a:ext cx="4737964" cy="1280160"/>
          </a:xfrm>
          <a:prstGeom prst="roundRect">
            <a:avLst>
              <a:gd name="adj" fmla="val 3571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795364" y="2606040"/>
            <a:ext cx="43356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feature/add-summary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   # after fixing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196" y="3867912"/>
            <a:ext cx="4736592" cy="1051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94196" y="5074920"/>
            <a:ext cx="4737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commits are lifted off and laid back down on top of main.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merge commit, so the log reads as one straight line.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IDs change — never rebase a branch others have pulled.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CONFLICTS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conflict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only asks for help when two branches change the same line. So change the same line deliberately.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665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 — 60 seconds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2441448"/>
            <a:ext cx="4663440" cy="2468880"/>
          </a:xfrm>
          <a:prstGeom prst="roundRect">
            <a:avLst>
              <a:gd name="adj" fmla="val 1852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2416" y="2569464"/>
            <a:ext cx="42611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vk1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edit line 1 of app.py → commit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i="1" dirty="0">
                <a:solidFill>
                  <a:srgbClr val="85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edit the SAME line differently → commit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vk1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CONFLICT (content): Merge conflict in app.py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120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jumps straight into the merge editor and marks the file C in the Source Control panel.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44768" y="1874520"/>
            <a:ext cx="5479999" cy="3017520"/>
          </a:xfrm>
          <a:prstGeom prst="roundRect">
            <a:avLst>
              <a:gd name="adj" fmla="val 1818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0665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48272" y="205740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markers mean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2459736"/>
            <a:ext cx="4892040" cy="22219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44768" y="4983480"/>
            <a:ext cx="5479999" cy="1280160"/>
          </a:xfrm>
          <a:prstGeom prst="roundRect">
            <a:avLst>
              <a:gd name="adj" fmla="val 4286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515721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48272" y="514807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it, then close the merge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6437376" y="5477256"/>
            <a:ext cx="48947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one of the four links, or edit the line by hand. Delete all three markers, then run git add app.py and git commit.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STASH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stash — the pause button for half-finished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bug lands while your feature is mid-sentence. You cannot commit junk, and you cannot lose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984248" cy="2011680"/>
          </a:xfrm>
          <a:prstGeom prst="roundRect">
            <a:avLst>
              <a:gd name="adj" fmla="val 276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7028" y="2240280"/>
            <a:ext cx="384048" cy="38404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670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69748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newdev,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 done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17296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dirty.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messy to commit.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2843784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057400"/>
            <a:ext cx="1984248" cy="2011680"/>
          </a:xfrm>
          <a:prstGeom prst="roundRect">
            <a:avLst>
              <a:gd name="adj" fmla="val 276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4740" y="224028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47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269748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17296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tree goes clean.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parked safely.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73752" y="2843784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2057400"/>
            <a:ext cx="1984248" cy="2011680"/>
          </a:xfrm>
          <a:prstGeom prst="roundRect">
            <a:avLst>
              <a:gd name="adj" fmla="val 276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2452" y="2240280"/>
            <a:ext cx="384048" cy="38404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024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69748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main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17296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main → patch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commit → push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41464" y="2843784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0064" y="2057400"/>
            <a:ext cx="1984248" cy="2011680"/>
          </a:xfrm>
          <a:prstGeom prst="roundRect">
            <a:avLst>
              <a:gd name="adj" fmla="val 276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0164" y="22402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7016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9748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to newdev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17296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newdev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09176" y="2843784"/>
            <a:ext cx="201168" cy="201168"/>
          </a:xfrm>
          <a:prstGeom prst="rightArrow">
            <a:avLst/>
          </a:prstGeom>
          <a:solidFill>
            <a:srgbClr val="2E4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7776" y="2057400"/>
            <a:ext cx="1984248" cy="2011680"/>
          </a:xfrm>
          <a:prstGeom prst="roundRect">
            <a:avLst>
              <a:gd name="adj" fmla="val 2765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37876" y="224028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3787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269748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747504" y="317296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return exactly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left them.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343400"/>
            <a:ext cx="5323180" cy="1920240"/>
          </a:xfrm>
          <a:prstGeom prst="roundRect">
            <a:avLst>
              <a:gd name="adj" fmla="val 285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E4A68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535424"/>
            <a:ext cx="219456" cy="219456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170432" y="45262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multiple stashes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859536" y="4910328"/>
            <a:ext cx="4737964" cy="1170432"/>
          </a:xfrm>
          <a:prstGeom prst="roundRect">
            <a:avLst>
              <a:gd name="adj" fmla="val 3906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60704" y="5038344"/>
            <a:ext cx="43356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10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00" dirty="0">
                <a:solidFill>
                  <a:srgbClr val="A3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stash@{0}: WIP on newdev: d13bf26 added gitignore</a:t>
            </a:r>
            <a:endParaRPr lang="en-US" sz="10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00" dirty="0">
                <a:solidFill>
                  <a:srgbClr val="A3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stash@{1}: WIP on newdev: d13bf26 added gitignore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301588" y="4343400"/>
            <a:ext cx="5323180" cy="1920240"/>
          </a:xfrm>
          <a:prstGeom prst="roundRect">
            <a:avLst>
              <a:gd name="adj" fmla="val 2857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196" y="4535424"/>
            <a:ext cx="219456" cy="219456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6905092" y="45262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vs apply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6594196" y="4910328"/>
            <a:ext cx="4737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restores the newest stash and deletes it from the list.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 stash@{1}</a:t>
            </a: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restores a chosen stash and keeps it, so you can reuse it.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FINISHERS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Stash across branches, cherry-pick, and clone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always come up in the comments — answered before they are asked.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442106" cy="4480560"/>
          </a:xfrm>
          <a:prstGeom prst="roundRect">
            <a:avLst>
              <a:gd name="adj" fmla="val 159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12264"/>
            <a:ext cx="512064" cy="512064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14" y="2255642"/>
            <a:ext cx="225308" cy="2253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" y="277063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move a stash to another branch?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33756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stash is not tied to a branch.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9536" y="3794760"/>
            <a:ext cx="2856890" cy="1234440"/>
          </a:xfrm>
          <a:prstGeom prst="roundRect">
            <a:avLst>
              <a:gd name="adj" fmla="val 3704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0704" y="3922776"/>
            <a:ext cx="24545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other-branch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5239512"/>
            <a:ext cx="2856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when you started work on the wrong branch — which happens to everyone.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74794" y="1892808"/>
            <a:ext cx="3442106" cy="4480560"/>
          </a:xfrm>
          <a:prstGeom prst="roundRect">
            <a:avLst>
              <a:gd name="adj" fmla="val 159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7402" y="2112264"/>
            <a:ext cx="512064" cy="512064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780" y="2255642"/>
            <a:ext cx="225308" cy="2253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7402" y="277063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one commit, not the whole branch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667402" y="333756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cherry-pick.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7402" y="3794760"/>
            <a:ext cx="2856890" cy="1234440"/>
          </a:xfrm>
          <a:prstGeom prst="roundRect">
            <a:avLst>
              <a:gd name="adj" fmla="val 3704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8570" y="3922776"/>
            <a:ext cx="24545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vk1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d13bf26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667402" y="5239512"/>
            <a:ext cx="2856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that single commit onto your current branch. Classic use: a hotfix made on the wrong branch.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82661" y="1892808"/>
            <a:ext cx="3442106" cy="4480560"/>
          </a:xfrm>
          <a:prstGeom prst="roundRect">
            <a:avLst>
              <a:gd name="adj" fmla="val 159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75269" y="2112264"/>
            <a:ext cx="512064" cy="512064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647" y="2255642"/>
            <a:ext cx="225308" cy="2253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75269" y="277063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get someone else's repo?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475269" y="333756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— init is only for brand-new folders.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75269" y="3794760"/>
            <a:ext cx="2856890" cy="1234440"/>
          </a:xfrm>
          <a:prstGeom prst="roundRect">
            <a:avLst>
              <a:gd name="adj" fmla="val 3704"/>
            </a:avLst>
          </a:prstGeom>
          <a:solidFill>
            <a:srgbClr val="03101F">
              <a:alpha val="82000"/>
            </a:srgbClr>
          </a:solidFill>
          <a:ln w="12700">
            <a:solidFill>
              <a:srgbClr val="2E4A6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676437" y="3922776"/>
            <a:ext cx="24545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expense-tracker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475269" y="5239512"/>
            <a:ext cx="2856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brings history, branches and the origin remote already wired up. In VS Code: Ctrl+Shift+P → Git: Clone.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in one place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this one and keep it beside the terminal.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96312"/>
            <a:ext cx="300319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"…"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"…"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6506" y="1947672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4250" y="213055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4250" y="2496312"/>
            <a:ext cx="300319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| git add file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46085" y="1947672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83829" y="213055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83829" y="2496312"/>
            <a:ext cx="300319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feature/x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306824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489704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855464"/>
            <a:ext cx="300319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login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56506" y="4306824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4250" y="4489704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4250" y="4855464"/>
            <a:ext cx="300319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feature/x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&lt;sha&gt;</a:t>
            </a:r>
          </a:p>
          <a:p>
            <a:pPr>
              <a:lnSpc>
                <a:spcPts val="1500"/>
              </a:lnSpc>
              <a:spcAft>
                <a:spcPts val="600"/>
              </a:spcAft>
            </a:pPr>
            <a:r>
              <a:rPr lang="en-US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fetch origin pull/1/head:pr-1</a:t>
            </a:r>
          </a:p>
          <a:p>
            <a:pPr>
              <a:lnSpc>
                <a:spcPts val="1500"/>
              </a:lnSpc>
              <a:spcAft>
                <a:spcPts val="600"/>
              </a:spcAft>
            </a:pPr>
            <a:r>
              <a:rPr lang="en-US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switch pr-1</a:t>
            </a:r>
          </a:p>
        </p:txBody>
      </p:sp>
      <p:sp>
        <p:nvSpPr>
          <p:cNvPr id="20" name="Shape 18"/>
          <p:cNvSpPr/>
          <p:nvPr/>
        </p:nvSpPr>
        <p:spPr>
          <a:xfrm>
            <a:off x="8146085" y="4306824"/>
            <a:ext cx="3478682" cy="2084832"/>
          </a:xfrm>
          <a:prstGeom prst="roundRect">
            <a:avLst>
              <a:gd name="adj" fmla="val 2632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83829" y="4489704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&amp; PARK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83829" y="4855464"/>
            <a:ext cx="300319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file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&lt;sha&gt;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| git stash list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 | apply &lt;id&gt;</a:t>
            </a:r>
          </a:p>
          <a:p>
            <a:pPr>
              <a:lnSpc>
                <a:spcPts val="1500"/>
              </a:lnSpc>
              <a:spcAft>
                <a:spcPts val="600"/>
              </a:spcAft>
            </a:pPr>
            <a:r>
              <a:rPr lang="en-US" sz="1050" dirty="0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 “&lt;id&gt;” in </a:t>
            </a:r>
            <a:r>
              <a:rPr lang="en-US" sz="1050" dirty="0" err="1">
                <a:solidFill>
                  <a:srgbClr val="E6E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9384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8229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steps, one repo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against expense-tracker, watching both the terminal and the Source Control panel.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057400"/>
            <a:ext cx="473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9536" y="25603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2523744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folder, open it in VS Code, run git init.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" y="309067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3054096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app.py — watch U appear. git status confirms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" y="3621024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3584448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.\app.py → status flips to A. Commit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" y="4151376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4114800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app.py → M appears. Open Changes to see the diff.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" y="4681728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243584" y="4645152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config.py with a fake key. Commit it by mistake.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" y="521208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43584" y="5175504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.gitignore, notice it is still tracked, git rm --cached.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9536" y="574243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5742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5705856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--staged, then Discard Changes — both undos.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1588" y="1874520"/>
            <a:ext cx="5323180" cy="4480560"/>
          </a:xfrm>
          <a:prstGeom prst="roundRect">
            <a:avLst>
              <a:gd name="adj" fmla="val 1224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94196" y="2057400"/>
            <a:ext cx="473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&amp; recovery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94196" y="2560320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9419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78244" y="2523744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GitHub repo, run the seven lines, push main.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94196" y="3090672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9419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78244" y="3054096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feature/add-summary, change a line, push.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94196" y="3621024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9419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978244" y="3584448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PR, assign yourself, review, merge, delete branch.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94196" y="4151376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9419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978244" y="4114800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vk1 and main edits on the same line → merge conflict.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94196" y="4681728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94196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978244" y="4645152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with Accept Current / Incoming, commit the merge.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94196" y="5212080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94196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978244" y="5175504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new work, git stash, hotfix main, come back, stash pop.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94196" y="5742432"/>
            <a:ext cx="274320" cy="2743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94196" y="5742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978244" y="5705856"/>
            <a:ext cx="431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local folder and git clone it back. Full circle.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30936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Dev Setup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47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IN PART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74980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beyond the basics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898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repo, break it on purpose, and fix it. That is the only way this sticks.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517572" cy="2331720"/>
          </a:xfrm>
          <a:prstGeom prst="roundRect">
            <a:avLst>
              <a:gd name="adj" fmla="val 2353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32304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47" y="2580803"/>
            <a:ext cx="233355" cy="2333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3127248"/>
            <a:ext cx="19689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scanning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639312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 scanning, push protection, rotating a leaked key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3684" y="2148840"/>
            <a:ext cx="2517572" cy="2331720"/>
          </a:xfrm>
          <a:prstGeom prst="roundRect">
            <a:avLst>
              <a:gd name="adj" fmla="val 2353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8004" y="2432304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502" y="2580803"/>
            <a:ext cx="233355" cy="2333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88004" y="3127248"/>
            <a:ext cx="19689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&amp; releases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688004" y="3639312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tag, semantic versioning, release notes from commits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0440" y="2148840"/>
            <a:ext cx="2517572" cy="2331720"/>
          </a:xfrm>
          <a:prstGeom prst="roundRect">
            <a:avLst>
              <a:gd name="adj" fmla="val 2353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34760" y="2432304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258" y="2580803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34760" y="3127248"/>
            <a:ext cx="19689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&amp; open source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534760" y="3639312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→ upstream remote → PR into someone else's repo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07195" y="2148840"/>
            <a:ext cx="2517572" cy="2331720"/>
          </a:xfrm>
          <a:prstGeom prst="roundRect">
            <a:avLst>
              <a:gd name="adj" fmla="val 2353"/>
            </a:avLst>
          </a:prstGeom>
          <a:solidFill>
            <a:srgbClr val="08172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81515" y="2432304"/>
            <a:ext cx="530352" cy="530352"/>
          </a:xfrm>
          <a:prstGeom prst="ellipse">
            <a:avLst/>
          </a:prstGeom>
          <a:solidFill>
            <a:srgbClr val="03101F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0014" y="2580803"/>
            <a:ext cx="233355" cy="23335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81515" y="3127248"/>
            <a:ext cx="19689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381515" y="3639312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on every push, straight from .github/workflows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30936" y="486460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video sits in Playlist 02, AI-Native Dev Setup — the rest of the setup is in there too.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335024" y="5943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335024" y="618134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first commit before the next video.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59984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02 — AI-Native Dev Setup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A3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youtube.com/playlist?list=PLJm7qkO8_m7o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4003</Words>
  <Application>Microsoft Office PowerPoint</Application>
  <PresentationFormat>Widescreen</PresentationFormat>
  <Paragraphs>587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with VS Code — AI with VK</dc:title>
  <dc:subject>PptxGenJS Presentation</dc:subject>
  <dc:creator>AI with VK</dc:creator>
  <cp:lastModifiedBy>veerandra kumar</cp:lastModifiedBy>
  <cp:revision>10</cp:revision>
  <dcterms:created xsi:type="dcterms:W3CDTF">2026-09-20T08:03:35Z</dcterms:created>
  <dcterms:modified xsi:type="dcterms:W3CDTF">2026-09-21T06:24:52Z</dcterms:modified>
</cp:coreProperties>
</file>