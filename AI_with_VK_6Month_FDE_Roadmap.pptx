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Hero. Channel: youtube.com/@AIWithVK12. Master playlist: 6-Month Forward Deployed Engineer Challenge (PLeA0lzogo6eA). 17 playlists, 24 weeks. Python Zero to Hero (PLIQrs29V6Vgw) is pre-work, already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climb. M1 foundations and first AI feature · M2 production backend · M3 retrieval · M4 agents, MCP and fine-tuning · M5 cloud, scale and security · M6 the capstone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playlist map. Spine is the master playlist. Grey dashed line is Python as month-zero pre-work; gold dashed line is FDE 00. Then M1-M6 routes with 16 numbered playlists.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Months 1 &amp; 2 in detail. M1: dev setup, FastAPI in production, LLM APIs. M2: Postgres + pgvector, APIs/auth/design, evals + CI + performance. Emphasise that months 3-6 are added to THIS service, not started fresh. Ships: a deployed AI endpoint; then auth, OpenAPI, eval gates and 1k RPS at p99 under 300ms.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Months 3 &amp; 4 in detail. M3: production RAG v1 to v2, then GraphRAG and multimodal with component-level error analysis. M4: agents with memory and human-in-the-loop, your own MCP server, self-hosting and fine-tuning. The line to land: retrieval before agents, because an agent with bad retrieval is just a confident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Months 5 &amp; 6 in detail. M5: cloud/Kubernetes/LLMOps, data + streams + multi-tenant scale, security and governance (DPDP, GDPR, EU AI Act, NIST AI RMF). M6: the capstone across five weekly slices — brief, design, two sprints, launch. Ships: the stack on Kubernetes hardened and multi-tenant; then a launched capstone with real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weekly loop: learn, build, eval, deploy, publish. Rules: one product carried up, measure before optimising, ship in public.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payoff and CTA. Start at Python Zero to Hero, then follow the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4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4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04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04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04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04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04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04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AI with VK — youtube.com/@AIWithVK12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with VK — 6-Month Forward Deployed Engineer Challenge Roadmap</dc:title>
  <dc:subject>PptxGenJS Presentation</dc:subject>
  <dc:creator>AI with VK</dc:creator>
  <cp:lastModifiedBy>AI with VK</cp:lastModifiedBy>
  <cp:revision>1</cp:revision>
  <dcterms:created xsi:type="dcterms:W3CDTF">2026-09-11T06:24:03Z</dcterms:created>
  <dcterms:modified xsi:type="dcterms:W3CDTF">2026-09-11T06:24:03Z</dcterms:modified>
</cp:coreProperties>
</file>